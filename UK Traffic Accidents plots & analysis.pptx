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1C8DE9-F1BE-4747-AF7E-187F895EB410}">
          <p14:sldIdLst>
            <p14:sldId id="256"/>
          </p14:sldIdLst>
        </p14:section>
        <p14:section name="Power BI" id="{A2DADB35-6F8C-45DB-8FA7-899AAE244049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QGIS" id="{0DED13F6-A4CD-4DD0-9EF3-961E1F499783}">
          <p14:sldIdLst>
            <p14:sldId id="264"/>
            <p14:sldId id="265"/>
            <p14:sldId id="266"/>
          </p14:sldIdLst>
        </p14:section>
        <p14:section name="Conclusion" id="{165D6D08-312D-4527-B463-12662EB218B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52C018-C11C-4DD9-8369-94AFA1D8B745}" v="8" dt="2026-02-03T02:44:04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cilia Chan" userId="9cf5f89ff4064201" providerId="LiveId" clId="{2E22F64E-7F73-4F5D-8E57-ED860215AE16}"/>
    <pc:docChg chg="undo custSel addSld delSld modSld sldOrd addSection delSection modSection">
      <pc:chgData name="Cecilia Chan" userId="9cf5f89ff4064201" providerId="LiveId" clId="{2E22F64E-7F73-4F5D-8E57-ED860215AE16}" dt="2026-02-03T07:04:50.371" v="3985" actId="17846"/>
      <pc:docMkLst>
        <pc:docMk/>
      </pc:docMkLst>
      <pc:sldChg chg="modSp mod ord">
        <pc:chgData name="Cecilia Chan" userId="9cf5f89ff4064201" providerId="LiveId" clId="{2E22F64E-7F73-4F5D-8E57-ED860215AE16}" dt="2026-02-03T07:04:16.200" v="3977" actId="20578"/>
        <pc:sldMkLst>
          <pc:docMk/>
          <pc:sldMk cId="985277854" sldId="256"/>
        </pc:sldMkLst>
        <pc:spChg chg="mod">
          <ac:chgData name="Cecilia Chan" userId="9cf5f89ff4064201" providerId="LiveId" clId="{2E22F64E-7F73-4F5D-8E57-ED860215AE16}" dt="2026-01-30T07:17:07.845" v="535" actId="207"/>
          <ac:spMkLst>
            <pc:docMk/>
            <pc:sldMk cId="985277854" sldId="256"/>
            <ac:spMk id="2" creationId="{4588295F-B9B7-1C65-46A0-F736408E1EE8}"/>
          </ac:spMkLst>
        </pc:spChg>
        <pc:spChg chg="mod">
          <ac:chgData name="Cecilia Chan" userId="9cf5f89ff4064201" providerId="LiveId" clId="{2E22F64E-7F73-4F5D-8E57-ED860215AE16}" dt="2026-01-30T01:05:03.833" v="64" actId="20577"/>
          <ac:spMkLst>
            <pc:docMk/>
            <pc:sldMk cId="985277854" sldId="256"/>
            <ac:spMk id="3" creationId="{D1EBC5F2-2282-E93E-03B4-44E791B4227F}"/>
          </ac:spMkLst>
        </pc:spChg>
      </pc:sldChg>
      <pc:sldChg chg="addSp delSp modSp new mod ord">
        <pc:chgData name="Cecilia Chan" userId="9cf5f89ff4064201" providerId="LiveId" clId="{2E22F64E-7F73-4F5D-8E57-ED860215AE16}" dt="2026-02-03T07:04:16.200" v="3977" actId="20578"/>
        <pc:sldMkLst>
          <pc:docMk/>
          <pc:sldMk cId="2675360440" sldId="257"/>
        </pc:sldMkLst>
        <pc:spChg chg="mod">
          <ac:chgData name="Cecilia Chan" userId="9cf5f89ff4064201" providerId="LiveId" clId="{2E22F64E-7F73-4F5D-8E57-ED860215AE16}" dt="2026-01-30T07:17:26.631" v="538" actId="207"/>
          <ac:spMkLst>
            <pc:docMk/>
            <pc:sldMk cId="2675360440" sldId="257"/>
            <ac:spMk id="2" creationId="{9A54069A-1A22-4E08-4159-EAA16946ECA0}"/>
          </ac:spMkLst>
        </pc:spChg>
        <pc:spChg chg="add mod">
          <ac:chgData name="Cecilia Chan" userId="9cf5f89ff4064201" providerId="LiveId" clId="{2E22F64E-7F73-4F5D-8E57-ED860215AE16}" dt="2026-01-30T07:47:03.361" v="849" actId="20577"/>
          <ac:spMkLst>
            <pc:docMk/>
            <pc:sldMk cId="2675360440" sldId="257"/>
            <ac:spMk id="12" creationId="{D9A1AC67-3746-2C14-B549-AA030E5C587E}"/>
          </ac:spMkLst>
        </pc:spChg>
        <pc:picChg chg="add mod ord">
          <ac:chgData name="Cecilia Chan" userId="9cf5f89ff4064201" providerId="LiveId" clId="{2E22F64E-7F73-4F5D-8E57-ED860215AE16}" dt="2026-01-30T07:55:40.756" v="868" actId="1076"/>
          <ac:picMkLst>
            <pc:docMk/>
            <pc:sldMk cId="2675360440" sldId="257"/>
            <ac:picMk id="22" creationId="{7D26D0D4-4F49-A584-075B-52B5A08E3257}"/>
          </ac:picMkLst>
        </pc:picChg>
      </pc:sldChg>
      <pc:sldChg chg="addSp delSp modSp new mod ord">
        <pc:chgData name="Cecilia Chan" userId="9cf5f89ff4064201" providerId="LiveId" clId="{2E22F64E-7F73-4F5D-8E57-ED860215AE16}" dt="2026-02-03T07:04:16.200" v="3977" actId="20578"/>
        <pc:sldMkLst>
          <pc:docMk/>
          <pc:sldMk cId="1320907638" sldId="258"/>
        </pc:sldMkLst>
        <pc:spChg chg="mod">
          <ac:chgData name="Cecilia Chan" userId="9cf5f89ff4064201" providerId="LiveId" clId="{2E22F64E-7F73-4F5D-8E57-ED860215AE16}" dt="2026-01-30T07:17:32.397" v="539" actId="207"/>
          <ac:spMkLst>
            <pc:docMk/>
            <pc:sldMk cId="1320907638" sldId="258"/>
            <ac:spMk id="2" creationId="{A5A4EAA4-7F81-B5C9-7350-49415ABB496B}"/>
          </ac:spMkLst>
        </pc:spChg>
        <pc:spChg chg="add mod">
          <ac:chgData name="Cecilia Chan" userId="9cf5f89ff4064201" providerId="LiveId" clId="{2E22F64E-7F73-4F5D-8E57-ED860215AE16}" dt="2026-01-30T08:02:18.176" v="885" actId="20577"/>
          <ac:spMkLst>
            <pc:docMk/>
            <pc:sldMk cId="1320907638" sldId="258"/>
            <ac:spMk id="6" creationId="{62A028BE-9972-6B8C-6E34-D3730F7CBE41}"/>
          </ac:spMkLst>
        </pc:spChg>
        <pc:picChg chg="add mod ord">
          <ac:chgData name="Cecilia Chan" userId="9cf5f89ff4064201" providerId="LiveId" clId="{2E22F64E-7F73-4F5D-8E57-ED860215AE16}" dt="2026-01-30T07:55:47.031" v="870" actId="1076"/>
          <ac:picMkLst>
            <pc:docMk/>
            <pc:sldMk cId="1320907638" sldId="258"/>
            <ac:picMk id="10" creationId="{915B383E-6199-3377-A8F2-AAEF942586B5}"/>
          </ac:picMkLst>
        </pc:picChg>
      </pc:sldChg>
      <pc:sldChg chg="addSp delSp modSp add mod ord">
        <pc:chgData name="Cecilia Chan" userId="9cf5f89ff4064201" providerId="LiveId" clId="{2E22F64E-7F73-4F5D-8E57-ED860215AE16}" dt="2026-02-03T07:04:16.200" v="3977" actId="20578"/>
        <pc:sldMkLst>
          <pc:docMk/>
          <pc:sldMk cId="498932008" sldId="259"/>
        </pc:sldMkLst>
        <pc:spChg chg="mod">
          <ac:chgData name="Cecilia Chan" userId="9cf5f89ff4064201" providerId="LiveId" clId="{2E22F64E-7F73-4F5D-8E57-ED860215AE16}" dt="2026-02-02T01:36:25.604" v="1430" actId="20577"/>
          <ac:spMkLst>
            <pc:docMk/>
            <pc:sldMk cId="498932008" sldId="259"/>
            <ac:spMk id="6" creationId="{3EF738AA-9971-876B-87A0-CEC290E69B95}"/>
          </ac:spMkLst>
        </pc:spChg>
        <pc:picChg chg="add mod ord">
          <ac:chgData name="Cecilia Chan" userId="9cf5f89ff4064201" providerId="LiveId" clId="{2E22F64E-7F73-4F5D-8E57-ED860215AE16}" dt="2026-01-30T08:09:56.252" v="1131" actId="14100"/>
          <ac:picMkLst>
            <pc:docMk/>
            <pc:sldMk cId="498932008" sldId="259"/>
            <ac:picMk id="7" creationId="{AA554869-6C8F-DC10-51DD-C24EC424BACA}"/>
          </ac:picMkLst>
        </pc:picChg>
      </pc:sldChg>
      <pc:sldChg chg="addSp delSp modSp add mod ord">
        <pc:chgData name="Cecilia Chan" userId="9cf5f89ff4064201" providerId="LiveId" clId="{2E22F64E-7F73-4F5D-8E57-ED860215AE16}" dt="2026-02-03T07:04:16.200" v="3977" actId="20578"/>
        <pc:sldMkLst>
          <pc:docMk/>
          <pc:sldMk cId="1503790589" sldId="260"/>
        </pc:sldMkLst>
        <pc:spChg chg="mod">
          <ac:chgData name="Cecilia Chan" userId="9cf5f89ff4064201" providerId="LiveId" clId="{2E22F64E-7F73-4F5D-8E57-ED860215AE16}" dt="2026-02-02T01:53:00.611" v="1488" actId="20577"/>
          <ac:spMkLst>
            <pc:docMk/>
            <pc:sldMk cId="1503790589" sldId="260"/>
            <ac:spMk id="2" creationId="{34D9F215-1C18-4674-255A-71F0D55C5E88}"/>
          </ac:spMkLst>
        </pc:spChg>
        <pc:spChg chg="mod">
          <ac:chgData name="Cecilia Chan" userId="9cf5f89ff4064201" providerId="LiveId" clId="{2E22F64E-7F73-4F5D-8E57-ED860215AE16}" dt="2026-02-02T01:35:55.015" v="1347" actId="1076"/>
          <ac:spMkLst>
            <pc:docMk/>
            <pc:sldMk cId="1503790589" sldId="260"/>
            <ac:spMk id="6" creationId="{F51DEEB3-6C56-D7AA-1E37-5A79068279D0}"/>
          </ac:spMkLst>
        </pc:spChg>
        <pc:picChg chg="add mod ord">
          <ac:chgData name="Cecilia Chan" userId="9cf5f89ff4064201" providerId="LiveId" clId="{2E22F64E-7F73-4F5D-8E57-ED860215AE16}" dt="2026-01-30T08:59:20.240" v="1139" actId="1076"/>
          <ac:picMkLst>
            <pc:docMk/>
            <pc:sldMk cId="1503790589" sldId="260"/>
            <ac:picMk id="8" creationId="{2CFA26C1-CEDB-5D62-54EC-9C8AF7F3D0B7}"/>
          </ac:picMkLst>
        </pc:picChg>
      </pc:sldChg>
      <pc:sldChg chg="addSp delSp modSp add mod ord">
        <pc:chgData name="Cecilia Chan" userId="9cf5f89ff4064201" providerId="LiveId" clId="{2E22F64E-7F73-4F5D-8E57-ED860215AE16}" dt="2026-02-03T07:04:16.200" v="3977" actId="20578"/>
        <pc:sldMkLst>
          <pc:docMk/>
          <pc:sldMk cId="3049855" sldId="261"/>
        </pc:sldMkLst>
        <pc:spChg chg="mod">
          <ac:chgData name="Cecilia Chan" userId="9cf5f89ff4064201" providerId="LiveId" clId="{2E22F64E-7F73-4F5D-8E57-ED860215AE16}" dt="2026-02-02T07:15:42.469" v="2275" actId="20577"/>
          <ac:spMkLst>
            <pc:docMk/>
            <pc:sldMk cId="3049855" sldId="261"/>
            <ac:spMk id="2" creationId="{1BD6BCD0-054C-1D7A-7686-42252AB041F7}"/>
          </ac:spMkLst>
        </pc:spChg>
        <pc:spChg chg="add del mod">
          <ac:chgData name="Cecilia Chan" userId="9cf5f89ff4064201" providerId="LiveId" clId="{2E22F64E-7F73-4F5D-8E57-ED860215AE16}" dt="2026-02-02T01:52:11.264" v="1433" actId="22"/>
          <ac:spMkLst>
            <pc:docMk/>
            <pc:sldMk cId="3049855" sldId="261"/>
            <ac:spMk id="4" creationId="{0E40AA33-DBFF-81FB-3957-65E2759803A2}"/>
          </ac:spMkLst>
        </pc:spChg>
        <pc:spChg chg="add del mod">
          <ac:chgData name="Cecilia Chan" userId="9cf5f89ff4064201" providerId="LiveId" clId="{2E22F64E-7F73-4F5D-8E57-ED860215AE16}" dt="2026-02-02T07:12:49.775" v="2105" actId="1076"/>
          <ac:spMkLst>
            <pc:docMk/>
            <pc:sldMk cId="3049855" sldId="261"/>
            <ac:spMk id="6" creationId="{3F26E734-8306-DB3B-39F0-986F6076E967}"/>
          </ac:spMkLst>
        </pc:spChg>
        <pc:spChg chg="add del mod">
          <ac:chgData name="Cecilia Chan" userId="9cf5f89ff4064201" providerId="LiveId" clId="{2E22F64E-7F73-4F5D-8E57-ED860215AE16}" dt="2026-02-02T06:14:20.452" v="1874" actId="22"/>
          <ac:spMkLst>
            <pc:docMk/>
            <pc:sldMk cId="3049855" sldId="261"/>
            <ac:spMk id="10" creationId="{18532750-FF9C-E208-EB43-9A98D4F9E6FE}"/>
          </ac:spMkLst>
        </pc:spChg>
        <pc:picChg chg="add del mod ord">
          <ac:chgData name="Cecilia Chan" userId="9cf5f89ff4064201" providerId="LiveId" clId="{2E22F64E-7F73-4F5D-8E57-ED860215AE16}" dt="2026-02-02T06:14:17.013" v="1871" actId="478"/>
          <ac:picMkLst>
            <pc:docMk/>
            <pc:sldMk cId="3049855" sldId="261"/>
            <ac:picMk id="7" creationId="{2CB0B7B9-0B35-4C70-84DA-15641C383021}"/>
          </ac:picMkLst>
        </pc:picChg>
        <pc:picChg chg="del">
          <ac:chgData name="Cecilia Chan" userId="9cf5f89ff4064201" providerId="LiveId" clId="{2E22F64E-7F73-4F5D-8E57-ED860215AE16}" dt="2026-02-02T01:50:32.160" v="1432" actId="478"/>
          <ac:picMkLst>
            <pc:docMk/>
            <pc:sldMk cId="3049855" sldId="261"/>
            <ac:picMk id="8" creationId="{6E8C7354-2A79-946F-B916-8CEA5629192E}"/>
          </ac:picMkLst>
        </pc:picChg>
        <pc:picChg chg="add del">
          <ac:chgData name="Cecilia Chan" userId="9cf5f89ff4064201" providerId="LiveId" clId="{2E22F64E-7F73-4F5D-8E57-ED860215AE16}" dt="2026-02-02T06:14:18.921" v="1873" actId="22"/>
          <ac:picMkLst>
            <pc:docMk/>
            <pc:sldMk cId="3049855" sldId="261"/>
            <ac:picMk id="12" creationId="{61254AC3-14C9-13AD-110E-2AD9C0639F7B}"/>
          </ac:picMkLst>
        </pc:picChg>
        <pc:picChg chg="add mod ord">
          <ac:chgData name="Cecilia Chan" userId="9cf5f89ff4064201" providerId="LiveId" clId="{2E22F64E-7F73-4F5D-8E57-ED860215AE16}" dt="2026-02-02T06:14:24.854" v="1875" actId="1076"/>
          <ac:picMkLst>
            <pc:docMk/>
            <pc:sldMk cId="3049855" sldId="261"/>
            <ac:picMk id="14" creationId="{F9B196A2-291F-D0B7-BFCA-3BB582B4539F}"/>
          </ac:picMkLst>
        </pc:picChg>
      </pc:sldChg>
      <pc:sldChg chg="addSp delSp modSp add mod ord">
        <pc:chgData name="Cecilia Chan" userId="9cf5f89ff4064201" providerId="LiveId" clId="{2E22F64E-7F73-4F5D-8E57-ED860215AE16}" dt="2026-02-03T07:04:16.200" v="3977" actId="20578"/>
        <pc:sldMkLst>
          <pc:docMk/>
          <pc:sldMk cId="1941202424" sldId="262"/>
        </pc:sldMkLst>
        <pc:spChg chg="mod">
          <ac:chgData name="Cecilia Chan" userId="9cf5f89ff4064201" providerId="LiveId" clId="{2E22F64E-7F73-4F5D-8E57-ED860215AE16}" dt="2026-02-03T01:51:33.178" v="2333" actId="20577"/>
          <ac:spMkLst>
            <pc:docMk/>
            <pc:sldMk cId="1941202424" sldId="262"/>
            <ac:spMk id="2" creationId="{548972D3-8313-56EB-B9DE-3C25F0FCFEBD}"/>
          </ac:spMkLst>
        </pc:spChg>
        <pc:spChg chg="add del mod">
          <ac:chgData name="Cecilia Chan" userId="9cf5f89ff4064201" providerId="LiveId" clId="{2E22F64E-7F73-4F5D-8E57-ED860215AE16}" dt="2026-02-03T01:51:13.102" v="2290" actId="22"/>
          <ac:spMkLst>
            <pc:docMk/>
            <pc:sldMk cId="1941202424" sldId="262"/>
            <ac:spMk id="4" creationId="{2D6F6843-0BA6-D8C9-1492-4752E1732807}"/>
          </ac:spMkLst>
        </pc:spChg>
        <pc:spChg chg="mod">
          <ac:chgData name="Cecilia Chan" userId="9cf5f89ff4064201" providerId="LiveId" clId="{2E22F64E-7F73-4F5D-8E57-ED860215AE16}" dt="2026-02-03T01:57:20.285" v="2602" actId="20577"/>
          <ac:spMkLst>
            <pc:docMk/>
            <pc:sldMk cId="1941202424" sldId="262"/>
            <ac:spMk id="6" creationId="{53FD3679-C9A3-C450-BDDD-7D792D62FF1F}"/>
          </ac:spMkLst>
        </pc:spChg>
        <pc:picChg chg="add mod ord">
          <ac:chgData name="Cecilia Chan" userId="9cf5f89ff4064201" providerId="LiveId" clId="{2E22F64E-7F73-4F5D-8E57-ED860215AE16}" dt="2026-02-03T01:51:18.833" v="2291" actId="1076"/>
          <ac:picMkLst>
            <pc:docMk/>
            <pc:sldMk cId="1941202424" sldId="262"/>
            <ac:picMk id="5" creationId="{A842EBBC-8AC3-6DCE-4FCC-6241E818DE63}"/>
          </ac:picMkLst>
        </pc:picChg>
        <pc:picChg chg="del">
          <ac:chgData name="Cecilia Chan" userId="9cf5f89ff4064201" providerId="LiveId" clId="{2E22F64E-7F73-4F5D-8E57-ED860215AE16}" dt="2026-02-02T07:15:53.920" v="2276" actId="478"/>
          <ac:picMkLst>
            <pc:docMk/>
            <pc:sldMk cId="1941202424" sldId="262"/>
            <ac:picMk id="14" creationId="{8877726F-5552-0C37-BA87-E028D8F08FB8}"/>
          </ac:picMkLst>
        </pc:picChg>
      </pc:sldChg>
      <pc:sldChg chg="modSp new mod ord">
        <pc:chgData name="Cecilia Chan" userId="9cf5f89ff4064201" providerId="LiveId" clId="{2E22F64E-7F73-4F5D-8E57-ED860215AE16}" dt="2026-02-03T07:04:16.200" v="3977" actId="20578"/>
        <pc:sldMkLst>
          <pc:docMk/>
          <pc:sldMk cId="2790764172" sldId="263"/>
        </pc:sldMkLst>
        <pc:spChg chg="mod">
          <ac:chgData name="Cecilia Chan" userId="9cf5f89ff4064201" providerId="LiveId" clId="{2E22F64E-7F73-4F5D-8E57-ED860215AE16}" dt="2026-02-02T07:21:42.225" v="2288" actId="20577"/>
          <ac:spMkLst>
            <pc:docMk/>
            <pc:sldMk cId="2790764172" sldId="263"/>
            <ac:spMk id="2" creationId="{CACC9813-63E6-474E-56B1-D6658707EAAE}"/>
          </ac:spMkLst>
        </pc:spChg>
        <pc:spChg chg="mod">
          <ac:chgData name="Cecilia Chan" userId="9cf5f89ff4064201" providerId="LiveId" clId="{2E22F64E-7F73-4F5D-8E57-ED860215AE16}" dt="2026-02-03T07:03:12.950" v="3967" actId="20577"/>
          <ac:spMkLst>
            <pc:docMk/>
            <pc:sldMk cId="2790764172" sldId="263"/>
            <ac:spMk id="3" creationId="{4BE56F75-B1BD-E229-958B-65ABBD1118F2}"/>
          </ac:spMkLst>
        </pc:spChg>
      </pc:sldChg>
      <pc:sldChg chg="add del">
        <pc:chgData name="Cecilia Chan" userId="9cf5f89ff4064201" providerId="LiveId" clId="{2E22F64E-7F73-4F5D-8E57-ED860215AE16}" dt="2026-02-03T02:27:11.647" v="2604" actId="2696"/>
        <pc:sldMkLst>
          <pc:docMk/>
          <pc:sldMk cId="1849508351" sldId="264"/>
        </pc:sldMkLst>
      </pc:sldChg>
      <pc:sldChg chg="addSp delSp modSp new mod ord">
        <pc:chgData name="Cecilia Chan" userId="9cf5f89ff4064201" providerId="LiveId" clId="{2E22F64E-7F73-4F5D-8E57-ED860215AE16}" dt="2026-02-03T07:04:16.200" v="3977" actId="20578"/>
        <pc:sldMkLst>
          <pc:docMk/>
          <pc:sldMk cId="2345806105" sldId="264"/>
        </pc:sldMkLst>
        <pc:spChg chg="mod">
          <ac:chgData name="Cecilia Chan" userId="9cf5f89ff4064201" providerId="LiveId" clId="{2E22F64E-7F73-4F5D-8E57-ED860215AE16}" dt="2026-02-03T02:27:50.307" v="2669" actId="20577"/>
          <ac:spMkLst>
            <pc:docMk/>
            <pc:sldMk cId="2345806105" sldId="264"/>
            <ac:spMk id="2" creationId="{06780381-DD18-76A5-3FB4-310652136CE0}"/>
          </ac:spMkLst>
        </pc:spChg>
        <pc:spChg chg="mod">
          <ac:chgData name="Cecilia Chan" userId="9cf5f89ff4064201" providerId="LiveId" clId="{2E22F64E-7F73-4F5D-8E57-ED860215AE16}" dt="2026-02-03T02:28:18.609" v="2679" actId="20577"/>
          <ac:spMkLst>
            <pc:docMk/>
            <pc:sldMk cId="2345806105" sldId="264"/>
            <ac:spMk id="3" creationId="{468E7283-3B00-596E-FE1B-D936466B6E55}"/>
          </ac:spMkLst>
        </pc:spChg>
        <pc:spChg chg="del">
          <ac:chgData name="Cecilia Chan" userId="9cf5f89ff4064201" providerId="LiveId" clId="{2E22F64E-7F73-4F5D-8E57-ED860215AE16}" dt="2026-02-03T02:41:17.816" v="2684" actId="22"/>
          <ac:spMkLst>
            <pc:docMk/>
            <pc:sldMk cId="2345806105" sldId="264"/>
            <ac:spMk id="4" creationId="{EE1EFEB1-9E2C-7CB2-2D97-B0B93484F547}"/>
          </ac:spMkLst>
        </pc:spChg>
        <pc:spChg chg="mod">
          <ac:chgData name="Cecilia Chan" userId="9cf5f89ff4064201" providerId="LiveId" clId="{2E22F64E-7F73-4F5D-8E57-ED860215AE16}" dt="2026-02-03T02:28:21.204" v="2683" actId="20577"/>
          <ac:spMkLst>
            <pc:docMk/>
            <pc:sldMk cId="2345806105" sldId="264"/>
            <ac:spMk id="5" creationId="{87EA4383-11CC-C61B-D7B9-BB3AE82CF25B}"/>
          </ac:spMkLst>
        </pc:spChg>
        <pc:spChg chg="del">
          <ac:chgData name="Cecilia Chan" userId="9cf5f89ff4064201" providerId="LiveId" clId="{2E22F64E-7F73-4F5D-8E57-ED860215AE16}" dt="2026-02-03T02:48:50.211" v="2702" actId="22"/>
          <ac:spMkLst>
            <pc:docMk/>
            <pc:sldMk cId="2345806105" sldId="264"/>
            <ac:spMk id="6" creationId="{5BDD3843-6C77-1219-2818-3A8D47A8CCD1}"/>
          </ac:spMkLst>
        </pc:spChg>
        <pc:picChg chg="add mod ord">
          <ac:chgData name="Cecilia Chan" userId="9cf5f89ff4064201" providerId="LiveId" clId="{2E22F64E-7F73-4F5D-8E57-ED860215AE16}" dt="2026-02-03T02:41:17.816" v="2684" actId="22"/>
          <ac:picMkLst>
            <pc:docMk/>
            <pc:sldMk cId="2345806105" sldId="264"/>
            <ac:picMk id="8" creationId="{9139D60F-9CA0-654D-E3A3-C7FA6300BA8D}"/>
          </ac:picMkLst>
        </pc:picChg>
        <pc:picChg chg="add mod ord">
          <ac:chgData name="Cecilia Chan" userId="9cf5f89ff4064201" providerId="LiveId" clId="{2E22F64E-7F73-4F5D-8E57-ED860215AE16}" dt="2026-02-03T02:48:50.211" v="2702" actId="22"/>
          <ac:picMkLst>
            <pc:docMk/>
            <pc:sldMk cId="2345806105" sldId="264"/>
            <ac:picMk id="10" creationId="{F9A8B851-8BEB-AFE3-9E83-47B4AF734014}"/>
          </ac:picMkLst>
        </pc:picChg>
      </pc:sldChg>
      <pc:sldChg chg="addSp delSp modSp add mod ord">
        <pc:chgData name="Cecilia Chan" userId="9cf5f89ff4064201" providerId="LiveId" clId="{2E22F64E-7F73-4F5D-8E57-ED860215AE16}" dt="2026-02-03T07:04:16.200" v="3977" actId="20578"/>
        <pc:sldMkLst>
          <pc:docMk/>
          <pc:sldMk cId="1063939077" sldId="265"/>
        </pc:sldMkLst>
        <pc:spChg chg="mod">
          <ac:chgData name="Cecilia Chan" userId="9cf5f89ff4064201" providerId="LiveId" clId="{2E22F64E-7F73-4F5D-8E57-ED860215AE16}" dt="2026-02-03T02:44:27.460" v="2697" actId="20577"/>
          <ac:spMkLst>
            <pc:docMk/>
            <pc:sldMk cId="1063939077" sldId="265"/>
            <ac:spMk id="2" creationId="{BE433ABC-9620-A0AB-4758-F502AA63FCA9}"/>
          </ac:spMkLst>
        </pc:spChg>
        <pc:spChg chg="add del mod">
          <ac:chgData name="Cecilia Chan" userId="9cf5f89ff4064201" providerId="LiveId" clId="{2E22F64E-7F73-4F5D-8E57-ED860215AE16}" dt="2026-02-03T02:43:50.099" v="2687"/>
          <ac:spMkLst>
            <pc:docMk/>
            <pc:sldMk cId="1063939077" sldId="265"/>
            <ac:spMk id="4" creationId="{F8C3D4AB-7B1C-FC94-44F2-381F88AB6F5B}"/>
          </ac:spMkLst>
        </pc:spChg>
        <pc:spChg chg="mod">
          <ac:chgData name="Cecilia Chan" userId="9cf5f89ff4064201" providerId="LiveId" clId="{2E22F64E-7F73-4F5D-8E57-ED860215AE16}" dt="2026-02-03T06:32:48.111" v="2888" actId="20577"/>
          <ac:spMkLst>
            <pc:docMk/>
            <pc:sldMk cId="1063939077" sldId="265"/>
            <ac:spMk id="6" creationId="{D2A1CC39-7152-2A95-E5CA-B53698201801}"/>
          </ac:spMkLst>
        </pc:spChg>
        <pc:picChg chg="del">
          <ac:chgData name="Cecilia Chan" userId="9cf5f89ff4064201" providerId="LiveId" clId="{2E22F64E-7F73-4F5D-8E57-ED860215AE16}" dt="2026-02-03T02:43:44.214" v="2686" actId="478"/>
          <ac:picMkLst>
            <pc:docMk/>
            <pc:sldMk cId="1063939077" sldId="265"/>
            <ac:picMk id="5" creationId="{61B3C047-B8B5-A347-C4E7-0A6593DEBAAF}"/>
          </ac:picMkLst>
        </pc:picChg>
        <pc:picChg chg="add mod">
          <ac:chgData name="Cecilia Chan" userId="9cf5f89ff4064201" providerId="LiveId" clId="{2E22F64E-7F73-4F5D-8E57-ED860215AE16}" dt="2026-02-03T02:43:53.677" v="2688" actId="1076"/>
          <ac:picMkLst>
            <pc:docMk/>
            <pc:sldMk cId="1063939077" sldId="265"/>
            <ac:picMk id="7" creationId="{49A3C627-A78A-D30A-7A0F-B4B9DC95C3C4}"/>
          </ac:picMkLst>
        </pc:picChg>
      </pc:sldChg>
      <pc:sldChg chg="addSp delSp modSp add mod ord">
        <pc:chgData name="Cecilia Chan" userId="9cf5f89ff4064201" providerId="LiveId" clId="{2E22F64E-7F73-4F5D-8E57-ED860215AE16}" dt="2026-02-03T07:04:16.200" v="3977" actId="20578"/>
        <pc:sldMkLst>
          <pc:docMk/>
          <pc:sldMk cId="2149118724" sldId="266"/>
        </pc:sldMkLst>
        <pc:spChg chg="mod">
          <ac:chgData name="Cecilia Chan" userId="9cf5f89ff4064201" providerId="LiveId" clId="{2E22F64E-7F73-4F5D-8E57-ED860215AE16}" dt="2026-02-03T02:44:32.439" v="2698" actId="20577"/>
          <ac:spMkLst>
            <pc:docMk/>
            <pc:sldMk cId="2149118724" sldId="266"/>
            <ac:spMk id="2" creationId="{78FFCD90-B351-9B51-1001-6DCF9BBBC1D4}"/>
          </ac:spMkLst>
        </pc:spChg>
        <pc:spChg chg="add del mod">
          <ac:chgData name="Cecilia Chan" userId="9cf5f89ff4064201" providerId="LiveId" clId="{2E22F64E-7F73-4F5D-8E57-ED860215AE16}" dt="2026-02-03T02:48:42.664" v="2700" actId="22"/>
          <ac:spMkLst>
            <pc:docMk/>
            <pc:sldMk cId="2149118724" sldId="266"/>
            <ac:spMk id="4" creationId="{AEE410A4-81D9-CFEC-3DAA-B24C69F16ED1}"/>
          </ac:spMkLst>
        </pc:spChg>
        <pc:spChg chg="mod">
          <ac:chgData name="Cecilia Chan" userId="9cf5f89ff4064201" providerId="LiveId" clId="{2E22F64E-7F73-4F5D-8E57-ED860215AE16}" dt="2026-02-03T06:34:21.176" v="3181" actId="20577"/>
          <ac:spMkLst>
            <pc:docMk/>
            <pc:sldMk cId="2149118724" sldId="266"/>
            <ac:spMk id="6" creationId="{24891C16-76BA-023A-5FF8-09DF0C9A02F3}"/>
          </ac:spMkLst>
        </pc:spChg>
        <pc:picChg chg="del">
          <ac:chgData name="Cecilia Chan" userId="9cf5f89ff4064201" providerId="LiveId" clId="{2E22F64E-7F73-4F5D-8E57-ED860215AE16}" dt="2026-02-03T02:45:38.734" v="2699" actId="478"/>
          <ac:picMkLst>
            <pc:docMk/>
            <pc:sldMk cId="2149118724" sldId="266"/>
            <ac:picMk id="7" creationId="{FD1FCC32-3F3D-16AC-EED6-D185648F5923}"/>
          </ac:picMkLst>
        </pc:picChg>
        <pc:picChg chg="add mod ord">
          <ac:chgData name="Cecilia Chan" userId="9cf5f89ff4064201" providerId="LiveId" clId="{2E22F64E-7F73-4F5D-8E57-ED860215AE16}" dt="2026-02-03T02:48:47.017" v="2701" actId="1076"/>
          <ac:picMkLst>
            <pc:docMk/>
            <pc:sldMk cId="2149118724" sldId="266"/>
            <ac:picMk id="8" creationId="{3BD36B96-CDF2-1214-A499-C72BA9EA535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4FDC2-BC42-426C-BE94-4E97C3AF498E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66306-E28C-4A2B-80A1-528A30C4540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341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66306-E28C-4A2B-80A1-528A30C45405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2858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5CB8E-52A3-F5A6-A124-FCC3888B2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E6E35-F6E0-47EB-737D-6B1203213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239CA-5240-EC01-6D59-BF65D2AFD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209F5-54AF-1683-16FD-2AADEA33A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66306-E28C-4A2B-80A1-528A30C45405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36279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44F1-7496-DE48-9E62-C7EA5D482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94908-0836-51B7-5647-6A31B4419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D6BC5-A0FF-1126-8B54-E71A09F48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614D2-3144-7FD7-FB70-2416087C0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66306-E28C-4A2B-80A1-528A30C45405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8778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B3957-8DF9-413F-F79E-C6E91E53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BF2D7-5324-F314-7A94-AA6F01A33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3D331-B900-91D7-7C15-956112F8A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FED85-9C10-E4DA-18B0-E96E6C0D0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66306-E28C-4A2B-80A1-528A30C45405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59965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B3DAC-3684-9794-4FFB-5BA18DD0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45A85-DF05-6490-3475-FC15A6296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D9D9F-4FCF-57DE-393A-E31C90602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D46F6-B965-2A89-DB66-6266A89C2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66306-E28C-4A2B-80A1-528A30C45405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582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18C50-F8AB-CE22-23A9-2D39F397E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74E3D-C9D6-1540-53F9-99D793E3C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B0C0B-FA03-C13D-FC55-F8A6387D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470E-1CE9-0700-6A0F-A2323FD8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791E-A61E-5A3C-89AB-30AEA353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613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3D3F-FB71-4889-CD98-8DCDC61CE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B76BB-6772-32EB-2F16-88CB83B9A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9A886-7C4F-FA74-350E-BB42ECF3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C7FD0-129F-18BC-84F7-8D7FDA52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A426A-A08C-773F-1242-9721B62C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066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5E68-2998-4F8E-7A76-7657FF73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8950D-847E-3025-5706-104BF193F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F233E-D255-AD05-AD1A-D223142B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9179A-BD3D-9F2D-0BFC-33C731E7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B2A2B-1391-26C6-EFF8-E473F0B6B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9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5492E-7000-BE8D-96E8-5E054FA4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C38AC-97B8-7BFD-EF8F-85C99EC4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24BF4-E125-6009-AB61-46E5BED51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D30DA-529E-22E0-D485-FE390BD5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E5F12-9DC9-F32A-CD69-9AC4C3C5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F23AB-417F-2454-E3B9-C564D807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866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9D07-76A4-E985-3F15-991FE006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D2E24-7A53-8583-CC5E-3C1FB5E1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AEF39-E45C-BF88-DCCD-71B9ADB7B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0374B-8F6D-0E45-BAB5-1A76682E9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16FA1-46AB-0ED7-79EA-8459E753B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46EC00-4E34-9950-1385-F1A7C57B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5420C7-307D-F338-0530-AC08B541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33F47-A2E0-27C5-F583-E9177A2D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6553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4EAE-3082-F0AE-CA3D-79A19FD50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987AB-746E-AD4C-CA6B-9B093468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6040F9-160A-3B71-FB49-D96BB51E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E56BD-07AF-0C69-CB26-EC961D74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066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5FE6F-45AE-6883-2811-AA5C5F44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D1749-D4C5-9FC0-830C-A8682CD6C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C6C73-C219-11A2-9489-369986CA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166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4B8A-0D91-4023-2525-2316A662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3B2B-189E-125D-DCAB-13BB873B9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EE744-D25E-03C5-1D3A-E5DE76104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A6830-1B45-A705-F318-696A1F88B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4ACB0-4383-3B84-BB53-57F7B186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C8116-D988-FF0E-DBD4-49F5F295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838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A7224-DD9B-B909-B6F0-62FE5960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2895C-4F34-5C3F-CB49-D189B4706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50020-E8A8-3D3B-330A-B07CB3AEE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CBF2B-9225-D6E2-A264-B10EB646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69DBC-7DEC-BE63-A2B6-D1634DD3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ABAF4-AB71-EFC2-65EE-F37C8B72A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907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5525-D9DF-1CCE-57C5-C02A42A6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F2F5C-B5AF-D80A-3546-90A327AE1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8F1D7-15EA-880F-3446-D725F1AD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13AE7-DEC7-203F-AC49-6B0A524D8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9D7E0-3B74-CCCA-FCB2-9393AE55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111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C3FF2-FEBF-B6F4-BF19-11BA68CE3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98ECE-5A0E-83DF-BAF2-E6A6BD9AD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3DBA9-D5FC-0B79-3278-CC1FB0C2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81380-7C56-F682-6A94-829F6002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384E6-BB9F-C4F7-9690-E8DD23F0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152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3DF253-5598-9736-6A81-2E88D317E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87774-8215-FDB8-C671-E27B281B3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CA055-9331-C670-A73C-7251D51FA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1EA09-A6F4-43FA-9521-B8830DCDC836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6EBA4-BAE7-77C3-716C-32EDA6EF0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A97D6-3D91-5905-EAE4-829967F88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0E8C5-2925-4923-99BF-966514CEC41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049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295F-B9B7-1C65-46A0-F736408E1E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UK Traffic Accidents </a:t>
            </a:r>
            <a:b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</a:br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Plots &amp; Analysis </a:t>
            </a:r>
            <a:endParaRPr lang="en-SG" b="1" dirty="0">
              <a:gradFill>
                <a:gsLst>
                  <a:gs pos="33000">
                    <a:srgbClr val="6699FF"/>
                  </a:gs>
                  <a:gs pos="100000">
                    <a:srgbClr val="00B0F0"/>
                  </a:gs>
                </a:gsLst>
                <a:lin ang="5400000" scaled="1"/>
              </a:gra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BC5F2-2282-E93E-03B4-44E791B422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Chan Xi Cecilia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8527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4069A-1A22-4E08-4159-EAA16946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Distribution of Accident Severity </a:t>
            </a:r>
            <a:endParaRPr lang="en-SG" dirty="0">
              <a:gradFill>
                <a:gsLst>
                  <a:gs pos="33000">
                    <a:srgbClr val="6699FF"/>
                  </a:gs>
                  <a:gs pos="100000">
                    <a:srgbClr val="00B0F0"/>
                  </a:gs>
                </a:gsLst>
                <a:lin ang="5400000" scaled="1"/>
              </a:gra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A1AC67-3746-2C14-B549-AA030E5C587E}"/>
              </a:ext>
            </a:extLst>
          </p:cNvPr>
          <p:cNvSpPr txBox="1"/>
          <p:nvPr/>
        </p:nvSpPr>
        <p:spPr>
          <a:xfrm>
            <a:off x="6629399" y="2527529"/>
            <a:ext cx="48484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Majority is Slight (85.49%)</a:t>
            </a:r>
          </a:p>
          <a:p>
            <a:endParaRPr lang="en-US" sz="2400" dirty="0">
              <a:latin typeface="Bahnschrift SemiBold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Fatal is the huge Minority (1.28%) </a:t>
            </a:r>
          </a:p>
          <a:p>
            <a:endParaRPr lang="en-US" sz="2400" dirty="0">
              <a:latin typeface="Bahnschrift SemiBold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Most of the traffic accidents in UK are not too severe most of the time 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7D26D0D4-4F49-A584-075B-52B5A08E3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1707"/>
            <a:ext cx="5478253" cy="386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60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EAA4-7F81-B5C9-7350-49415ABB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Number of Accidents over the Years</a:t>
            </a:r>
            <a:endParaRPr lang="en-SG" dirty="0">
              <a:gradFill>
                <a:gsLst>
                  <a:gs pos="33000">
                    <a:srgbClr val="6699FF"/>
                  </a:gs>
                  <a:gs pos="100000">
                    <a:srgbClr val="00B0F0"/>
                  </a:gs>
                </a:gsLst>
                <a:lin ang="5400000" scaled="1"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028BE-9972-6B8C-6E34-D3730F7CBE41}"/>
              </a:ext>
            </a:extLst>
          </p:cNvPr>
          <p:cNvSpPr txBox="1"/>
          <p:nvPr/>
        </p:nvSpPr>
        <p:spPr>
          <a:xfrm>
            <a:off x="7028346" y="2317620"/>
            <a:ext cx="48484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There is a huge decrease from 2021 –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Could be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Improved regulations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More user caution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Enforcement measures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Bahnschrift SemiBold" panose="020B0502040204020203" pitchFamily="34" charset="0"/>
              </a:rPr>
              <a:t>Etc</a:t>
            </a:r>
            <a:r>
              <a:rPr lang="en-US" sz="2400" dirty="0">
                <a:latin typeface="Bahnschrift SemiBold" panose="020B0502040204020203" pitchFamily="34" charset="0"/>
              </a:rPr>
              <a:t>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5B383E-6199-3377-A8F2-AAEF94258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860" y="2073348"/>
            <a:ext cx="5211726" cy="348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07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3AA3-D58E-0455-D50B-C128521D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BA01-F51C-1034-EA95-E1CF66D4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Number of Accidents over the Years</a:t>
            </a:r>
            <a:endParaRPr lang="en-SG" dirty="0">
              <a:gradFill>
                <a:gsLst>
                  <a:gs pos="33000">
                    <a:srgbClr val="6699FF"/>
                  </a:gs>
                  <a:gs pos="100000">
                    <a:srgbClr val="00B0F0"/>
                  </a:gs>
                </a:gsLst>
                <a:lin ang="5400000" scaled="1"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F738AA-9971-876B-87A0-CEC290E69B95}"/>
              </a:ext>
            </a:extLst>
          </p:cNvPr>
          <p:cNvSpPr txBox="1"/>
          <p:nvPr/>
        </p:nvSpPr>
        <p:spPr>
          <a:xfrm>
            <a:off x="6629625" y="2248508"/>
            <a:ext cx="48484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Most of the accidents occur during the Afternoon/Peak Hour followed by Morning &amp; Evening/Rush Hour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Many people going to work, lunch and home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Traffic congestions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Higher risk of traffic accidents happening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554869-6C8F-DC10-51DD-C24EC424B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963" y="1948985"/>
            <a:ext cx="5520237" cy="375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3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E79B9-45E4-DAD9-CF0B-726EC3F6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F215-1C18-4674-255A-71F0D55C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Proportion of Accidents in Urban/Rural Areas</a:t>
            </a:r>
            <a:endParaRPr lang="en-SG" dirty="0">
              <a:gradFill>
                <a:gsLst>
                  <a:gs pos="33000">
                    <a:srgbClr val="6699FF"/>
                  </a:gs>
                  <a:gs pos="100000">
                    <a:srgbClr val="00B0F0"/>
                  </a:gs>
                </a:gsLst>
                <a:lin ang="5400000" scaled="1"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DEEB3-6C56-D7AA-1E37-5A79068279D0}"/>
              </a:ext>
            </a:extLst>
          </p:cNvPr>
          <p:cNvSpPr txBox="1"/>
          <p:nvPr/>
        </p:nvSpPr>
        <p:spPr>
          <a:xfrm>
            <a:off x="6448872" y="2274838"/>
            <a:ext cx="48484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Majority of accidents happen in Urban Areas (64.47%)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High Population </a:t>
            </a:r>
            <a:r>
              <a:rPr lang="en-US" sz="2400" dirty="0">
                <a:latin typeface="Bahnschrift SemiBold" panose="020B0502040204020203" pitchFamily="34" charset="0"/>
                <a:sym typeface="Wingdings" panose="05000000000000000000" pitchFamily="2" charset="2"/>
              </a:rPr>
              <a:t> More vehicles on the road  Traffic congestion  Higher risk of traffic accidents </a:t>
            </a:r>
            <a:endParaRPr lang="en-US" sz="2400" dirty="0">
              <a:latin typeface="Bahnschrift SemiBold" panose="020B0502040204020203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CFA26C1-CEDB-5D62-54EC-9C8AF7F3D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5437" y="2107388"/>
            <a:ext cx="5546865" cy="342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90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1B239-0E48-180C-92F7-ED555D34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6BCD0-054C-1D7A-7686-42252AB0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Number of Accidents of different Vehicle types at each Junction</a:t>
            </a:r>
            <a:endParaRPr lang="en-SG" dirty="0">
              <a:gradFill>
                <a:gsLst>
                  <a:gs pos="33000">
                    <a:srgbClr val="6699FF"/>
                  </a:gs>
                  <a:gs pos="100000">
                    <a:srgbClr val="00B0F0"/>
                  </a:gs>
                </a:gsLst>
                <a:lin ang="5400000" scaled="1"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6E734-8306-DB3B-39F0-986F6076E967}"/>
              </a:ext>
            </a:extLst>
          </p:cNvPr>
          <p:cNvSpPr txBox="1"/>
          <p:nvPr/>
        </p:nvSpPr>
        <p:spPr>
          <a:xfrm>
            <a:off x="6422290" y="2208397"/>
            <a:ext cx="48484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Most accidents involved cars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A vehicle type owned by a mast majority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Most of the accidents occurs in areas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Not at junction or within 20 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T or Staggered junction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9B196A2-291F-D0B7-BFCA-3BB582B45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6423" y="1716815"/>
            <a:ext cx="52884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F23F-FC95-0F8A-F10C-1E2D8287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972D3-8313-56EB-B9DE-3C25F0FC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Number of Accidents by Weather Conditions</a:t>
            </a:r>
            <a:endParaRPr lang="en-SG" dirty="0">
              <a:gradFill>
                <a:gsLst>
                  <a:gs pos="33000">
                    <a:srgbClr val="6699FF"/>
                  </a:gs>
                  <a:gs pos="100000">
                    <a:srgbClr val="00B0F0"/>
                  </a:gs>
                </a:gsLst>
                <a:lin ang="5400000" scaled="1"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D3679-C9A3-C450-BDDD-7D792D62FF1F}"/>
              </a:ext>
            </a:extLst>
          </p:cNvPr>
          <p:cNvSpPr txBox="1"/>
          <p:nvPr/>
        </p:nvSpPr>
        <p:spPr>
          <a:xfrm>
            <a:off x="6505353" y="2451218"/>
            <a:ext cx="48484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Most accidents seem to occur in good weather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Draws more vehicles on the road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Characteristics of good weather (E.g., high visibility) can lead to negative commuter behavior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42EBBC-8AC3-6DCE-4FCC-6241E818D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9841" y="1799043"/>
            <a:ext cx="54342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0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80381-DD18-76A5-3FB4-31065213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Accident in UK 2021 vs 2022 (Point Cluster)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E7283-3B00-596E-FE1B-D936466B6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Bahnschrift SemiCondensed" panose="020B0502040204020203" pitchFamily="34" charset="0"/>
              </a:rPr>
              <a:t>2021</a:t>
            </a:r>
            <a:endParaRPr lang="en-SG" dirty="0">
              <a:latin typeface="Bahnschrift SemiCondensed" panose="020B0502040204020203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139D60F-9CA0-654D-E3A3-C7FA6300BA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9126" y="2505075"/>
            <a:ext cx="4999111" cy="368458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A4383-11CC-C61B-D7B9-BB3AE82CF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2022</a:t>
            </a:r>
            <a:endParaRPr lang="en-SG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A8B851-8BEB-AFE3-9E83-47B4AF73401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51278" y="2505075"/>
            <a:ext cx="5025032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06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F9C29-9583-716C-7ABA-3FD4DF49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3ABC-9620-A0AB-4758-F502AA63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Accident in UK 2021</a:t>
            </a:r>
            <a:endParaRPr lang="en-SG" dirty="0">
              <a:gradFill>
                <a:gsLst>
                  <a:gs pos="33000">
                    <a:srgbClr val="6699FF"/>
                  </a:gs>
                  <a:gs pos="100000">
                    <a:srgbClr val="00B0F0"/>
                  </a:gs>
                </a:gsLst>
                <a:lin ang="5400000" scaled="1"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1CC39-7152-2A95-E5CA-B53698201801}"/>
              </a:ext>
            </a:extLst>
          </p:cNvPr>
          <p:cNvSpPr txBox="1"/>
          <p:nvPr/>
        </p:nvSpPr>
        <p:spPr>
          <a:xfrm>
            <a:off x="6505353" y="2451218"/>
            <a:ext cx="48484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A lot of accidents over UK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Most of it occurs in the southern parts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Higher population in the area as compared to the northern parts 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49A3C627-A78A-D30A-7A0F-B4B9DC95C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1621" y="1690688"/>
            <a:ext cx="59037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39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D8C40-0958-9644-DAAC-DEFAB22C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FCD90-B351-9B51-1001-6DCF9BBB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Accident in UK 2022</a:t>
            </a:r>
            <a:endParaRPr lang="en-SG" dirty="0">
              <a:gradFill>
                <a:gsLst>
                  <a:gs pos="33000">
                    <a:srgbClr val="6699FF"/>
                  </a:gs>
                  <a:gs pos="100000">
                    <a:srgbClr val="00B0F0"/>
                  </a:gs>
                </a:gsLst>
                <a:lin ang="5400000" scaled="1"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891C16-76BA-023A-5FF8-09DF0C9A02F3}"/>
              </a:ext>
            </a:extLst>
          </p:cNvPr>
          <p:cNvSpPr txBox="1"/>
          <p:nvPr/>
        </p:nvSpPr>
        <p:spPr>
          <a:xfrm>
            <a:off x="6505353" y="2451218"/>
            <a:ext cx="48484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Some accidents occurred in the northern part of UK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</a:rPr>
              <a:t>A lot occurring in the southern part of UK </a:t>
            </a:r>
            <a:r>
              <a:rPr lang="en-US" sz="2400" dirty="0">
                <a:latin typeface="Bahnschrift SemiBold" panose="020B0502040204020203" pitchFamily="34" charset="0"/>
                <a:sym typeface="Wingdings" panose="05000000000000000000" pitchFamily="2" charset="2"/>
              </a:rPr>
              <a:t> Similar to 2021 with higher population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 SemiBold" panose="020B0502040204020203" pitchFamily="34" charset="0"/>
                <a:sym typeface="Wingdings" panose="05000000000000000000" pitchFamily="2" charset="2"/>
              </a:rPr>
              <a:t>The middle part of UK has no recorded accidents.</a:t>
            </a:r>
            <a:endParaRPr lang="en-US" sz="2400" dirty="0">
              <a:latin typeface="Bahnschrift SemiBold" panose="020B0502040204020203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D36B96-CDF2-1214-A499-C72BA9EA5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7902" y="1799043"/>
            <a:ext cx="59343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18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9813-63E6-474E-56B1-D6658707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gradFill>
                  <a:gsLst>
                    <a:gs pos="33000">
                      <a:srgbClr val="6699FF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Arial Rounded MT Bold" panose="020F0704030504030204" pitchFamily="34" charset="0"/>
              </a:rPr>
              <a:t>Conclusion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56F75-B1BD-E229-958B-65ABBD111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 SemiBold" panose="020B0502040204020203" pitchFamily="34" charset="0"/>
              </a:rPr>
              <a:t>Over time the number of traffic accidents in UK from 2021 – 2022 has decreased which could be due to many reasons 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Factors like population, area type, and time can affect the risk of traffic accidents 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Some solutions include </a:t>
            </a:r>
          </a:p>
          <a:p>
            <a:pPr lvl="1"/>
            <a:r>
              <a:rPr lang="en-US" dirty="0">
                <a:latin typeface="Bahnschrift SemiBold" panose="020B0502040204020203" pitchFamily="34" charset="0"/>
              </a:rPr>
              <a:t>Commuters to be careful during high-risk conditions </a:t>
            </a:r>
          </a:p>
          <a:p>
            <a:pPr lvl="2"/>
            <a:r>
              <a:rPr lang="en-US" dirty="0">
                <a:latin typeface="Bahnschrift SemiBold" panose="020B0502040204020203" pitchFamily="34" charset="0"/>
              </a:rPr>
              <a:t>High population </a:t>
            </a:r>
          </a:p>
          <a:p>
            <a:pPr lvl="2"/>
            <a:r>
              <a:rPr lang="en-US" dirty="0">
                <a:latin typeface="Bahnschrift SemiBold" panose="020B0502040204020203" pitchFamily="34" charset="0"/>
              </a:rPr>
              <a:t>Rush/Lunch/Peak hour </a:t>
            </a:r>
          </a:p>
          <a:p>
            <a:pPr lvl="2"/>
            <a:r>
              <a:rPr lang="en-US" dirty="0">
                <a:latin typeface="Bahnschrift SemiBold" panose="020B0502040204020203" pitchFamily="34" charset="0"/>
              </a:rPr>
              <a:t>Etc. </a:t>
            </a:r>
          </a:p>
          <a:p>
            <a:pPr lvl="1"/>
            <a:r>
              <a:rPr lang="en-US" dirty="0">
                <a:latin typeface="Bahnschrift SemiBold" panose="020B0502040204020203" pitchFamily="34" charset="0"/>
              </a:rPr>
              <a:t>Stronger traffic safety regulations </a:t>
            </a:r>
          </a:p>
          <a:p>
            <a:endParaRPr lang="en-SG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76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373</Words>
  <Application>Microsoft Office PowerPoint</Application>
  <PresentationFormat>Widescreen</PresentationFormat>
  <Paragraphs>58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Rounded MT Bold</vt:lpstr>
      <vt:lpstr>Bahnschrift SemiBold</vt:lpstr>
      <vt:lpstr>Bahnschrift SemiCondensed</vt:lpstr>
      <vt:lpstr>Calibri</vt:lpstr>
      <vt:lpstr>Calibri Light</vt:lpstr>
      <vt:lpstr>Office Theme</vt:lpstr>
      <vt:lpstr>UK Traffic Accidents  Plots &amp; Analysis </vt:lpstr>
      <vt:lpstr>Distribution of Accident Severity </vt:lpstr>
      <vt:lpstr>Number of Accidents over the Years</vt:lpstr>
      <vt:lpstr>Number of Accidents over the Years</vt:lpstr>
      <vt:lpstr>Proportion of Accidents in Urban/Rural Areas</vt:lpstr>
      <vt:lpstr>Number of Accidents of different Vehicle types at each Junction</vt:lpstr>
      <vt:lpstr>Number of Accidents by Weather Conditions</vt:lpstr>
      <vt:lpstr>Accident in UK 2021 vs 2022 (Point Cluster)</vt:lpstr>
      <vt:lpstr>Accident in UK 2021</vt:lpstr>
      <vt:lpstr>Accident in UK 2022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Chan</dc:creator>
  <cp:lastModifiedBy>Cecilia Chan</cp:lastModifiedBy>
  <cp:revision>1</cp:revision>
  <dcterms:created xsi:type="dcterms:W3CDTF">2026-01-30T01:02:40Z</dcterms:created>
  <dcterms:modified xsi:type="dcterms:W3CDTF">2026-02-03T07:04:52Z</dcterms:modified>
</cp:coreProperties>
</file>